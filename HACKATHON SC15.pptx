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BB4"/>
    <a:srgbClr val="FFFFFF"/>
    <a:srgbClr val="F4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1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7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9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4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7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9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9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9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0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58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8387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9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50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9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07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8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DE084-7FE5-4968-BD98-4A336A12D50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30713-6EC9-4A5B-B8E8-3AEFCBD3C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15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949EA5-4939-A63A-E3EE-4D1533CF63FF}"/>
              </a:ext>
            </a:extLst>
          </p:cNvPr>
          <p:cNvSpPr txBox="1"/>
          <p:nvPr/>
        </p:nvSpPr>
        <p:spPr>
          <a:xfrm>
            <a:off x="2943342" y="2967335"/>
            <a:ext cx="6305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SMART GYM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2AAC4-9F3B-F4EC-0885-5E8208D5F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36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0A2C-F851-0718-E313-91C46BF6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81876D-017E-3FB8-91ED-4FE883761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226AE2-25E7-F576-94A5-E72967F5B111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C301D-C394-444A-3DE2-B59624230C1B}"/>
              </a:ext>
            </a:extLst>
          </p:cNvPr>
          <p:cNvSpPr txBox="1"/>
          <p:nvPr/>
        </p:nvSpPr>
        <p:spPr>
          <a:xfrm>
            <a:off x="1620255" y="338366"/>
            <a:ext cx="895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6C145-AAAD-A70E-5666-CFF0F9DE7101}"/>
              </a:ext>
            </a:extLst>
          </p:cNvPr>
          <p:cNvSpPr txBox="1"/>
          <p:nvPr/>
        </p:nvSpPr>
        <p:spPr>
          <a:xfrm>
            <a:off x="3912342" y="1997839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</p:spTree>
    <p:extLst>
      <p:ext uri="{BB962C8B-B14F-4D97-AF65-F5344CB8AC3E}">
        <p14:creationId xmlns:p14="http://schemas.microsoft.com/office/powerpoint/2010/main" val="949190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504A-62F3-4670-7B65-A6495C88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5A2380-DBFB-8255-B99A-7FA6E8E2B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1EBB6-142B-F942-3BC0-96C5E919BDBE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3FFCC-12F7-58B5-19D8-033B73DABB32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FE731-FCA8-9DA1-A89B-610E5DF7C79D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0B0E6-C196-27FA-6B2F-90378326E413}"/>
              </a:ext>
            </a:extLst>
          </p:cNvPr>
          <p:cNvSpPr txBox="1"/>
          <p:nvPr/>
        </p:nvSpPr>
        <p:spPr>
          <a:xfrm>
            <a:off x="4020497" y="81826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ED909-7039-A931-AA0F-8C539F86B424}"/>
              </a:ext>
            </a:extLst>
          </p:cNvPr>
          <p:cNvSpPr txBox="1"/>
          <p:nvPr/>
        </p:nvSpPr>
        <p:spPr>
          <a:xfrm>
            <a:off x="2156944" y="1951672"/>
            <a:ext cx="722819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⏰ Peak hours overcrowded from 5Pm to 8Pm</a:t>
            </a:r>
          </a:p>
          <a:p>
            <a:endParaRPr lang="en-US" dirty="0"/>
          </a:p>
          <a:p>
            <a:r>
              <a:rPr lang="en-US" dirty="0"/>
              <a:t>Campus gyms face overcrowding and inefficiency due to the </a:t>
            </a:r>
          </a:p>
          <a:p>
            <a:r>
              <a:rPr lang="en-US" dirty="0"/>
              <a:t>lack of real-time capacity and equipment tracking. Students cannot</a:t>
            </a:r>
          </a:p>
          <a:p>
            <a:r>
              <a:rPr lang="en-US" dirty="0"/>
              <a:t>check availability in advance, and administrators lack data for</a:t>
            </a:r>
          </a:p>
          <a:p>
            <a:r>
              <a:rPr lang="en-US" dirty="0"/>
              <a:t> maintenance and resource optimization, leading to poor user</a:t>
            </a:r>
          </a:p>
          <a:p>
            <a:r>
              <a:rPr lang="en-US" dirty="0"/>
              <a:t>experience and underutilized facilities.</a:t>
            </a:r>
          </a:p>
          <a:p>
            <a:endParaRPr lang="en-US" dirty="0"/>
          </a:p>
          <a:p>
            <a:r>
              <a:rPr lang="en-US" altLang="en-US" dirty="0">
                <a:latin typeface="Arial" panose="020B0604020202020204" pitchFamily="34" charset="0"/>
              </a:rPr>
              <a:t>Student walks to the gym but finds no machines available,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resulting in wasted time and disappointment.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578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FA662-3179-D941-DB1E-649D2CEC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904284-6D4E-990F-CE85-A03D76B08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5B1D6E-F7E5-4E5E-59D6-0BD56CD5F08A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A30BF-7942-8A7A-0208-CCE3C0928C92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69AF7-3E1D-F36F-B9AC-68F06D54782B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8A27E-EAD7-15D7-F858-9A02188DAEED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0A1BB-D625-5F9C-8F60-B0D59F4EFBFC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735C0-5AA1-8E66-3C7C-EA8C31DE18A5}"/>
              </a:ext>
            </a:extLst>
          </p:cNvPr>
          <p:cNvSpPr txBox="1"/>
          <p:nvPr/>
        </p:nvSpPr>
        <p:spPr>
          <a:xfrm>
            <a:off x="4252069" y="120189"/>
            <a:ext cx="3315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PAIN POINTS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86DCD7-A821-B493-BDA5-BC1DA66879BC}"/>
              </a:ext>
            </a:extLst>
          </p:cNvPr>
          <p:cNvSpPr/>
          <p:nvPr/>
        </p:nvSpPr>
        <p:spPr>
          <a:xfrm>
            <a:off x="6385629" y="1366684"/>
            <a:ext cx="3323496" cy="4188542"/>
          </a:xfrm>
          <a:prstGeom prst="roundRect">
            <a:avLst/>
          </a:prstGeom>
          <a:solidFill>
            <a:srgbClr val="1D3E5B"/>
          </a:solidFill>
          <a:ln cmpd="dbl">
            <a:solidFill>
              <a:schemeClr val="tx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323496"/>
                      <a:gd name="csY0" fmla="*/ 553927 h 4188542"/>
                      <a:gd name="csX1" fmla="*/ 553927 w 3323496"/>
                      <a:gd name="csY1" fmla="*/ 0 h 4188542"/>
                      <a:gd name="csX2" fmla="*/ 1107838 w 3323496"/>
                      <a:gd name="csY2" fmla="*/ 0 h 4188542"/>
                      <a:gd name="csX3" fmla="*/ 1617435 w 3323496"/>
                      <a:gd name="csY3" fmla="*/ 0 h 4188542"/>
                      <a:gd name="csX4" fmla="*/ 2193502 w 3323496"/>
                      <a:gd name="csY4" fmla="*/ 0 h 4188542"/>
                      <a:gd name="csX5" fmla="*/ 2769569 w 3323496"/>
                      <a:gd name="csY5" fmla="*/ 0 h 4188542"/>
                      <a:gd name="csX6" fmla="*/ 3323496 w 3323496"/>
                      <a:gd name="csY6" fmla="*/ 553927 h 4188542"/>
                      <a:gd name="csX7" fmla="*/ 3323496 w 3323496"/>
                      <a:gd name="csY7" fmla="*/ 1170065 h 4188542"/>
                      <a:gd name="csX8" fmla="*/ 3323496 w 3323496"/>
                      <a:gd name="csY8" fmla="*/ 1724588 h 4188542"/>
                      <a:gd name="csX9" fmla="*/ 3323496 w 3323496"/>
                      <a:gd name="csY9" fmla="*/ 2248305 h 4188542"/>
                      <a:gd name="csX10" fmla="*/ 3323496 w 3323496"/>
                      <a:gd name="csY10" fmla="*/ 2802829 h 4188542"/>
                      <a:gd name="csX11" fmla="*/ 3323496 w 3323496"/>
                      <a:gd name="csY11" fmla="*/ 3634615 h 4188542"/>
                      <a:gd name="csX12" fmla="*/ 2769569 w 3323496"/>
                      <a:gd name="csY12" fmla="*/ 4188542 h 4188542"/>
                      <a:gd name="csX13" fmla="*/ 2259971 w 3323496"/>
                      <a:gd name="csY13" fmla="*/ 4188542 h 4188542"/>
                      <a:gd name="csX14" fmla="*/ 1728217 w 3323496"/>
                      <a:gd name="csY14" fmla="*/ 4188542 h 4188542"/>
                      <a:gd name="csX15" fmla="*/ 1174307 w 3323496"/>
                      <a:gd name="csY15" fmla="*/ 4188542 h 4188542"/>
                      <a:gd name="csX16" fmla="*/ 553927 w 3323496"/>
                      <a:gd name="csY16" fmla="*/ 4188542 h 4188542"/>
                      <a:gd name="csX17" fmla="*/ 0 w 3323496"/>
                      <a:gd name="csY17" fmla="*/ 3634615 h 4188542"/>
                      <a:gd name="csX18" fmla="*/ 0 w 3323496"/>
                      <a:gd name="csY18" fmla="*/ 3018477 h 4188542"/>
                      <a:gd name="csX19" fmla="*/ 0 w 3323496"/>
                      <a:gd name="csY19" fmla="*/ 2371533 h 4188542"/>
                      <a:gd name="csX20" fmla="*/ 0 w 3323496"/>
                      <a:gd name="csY20" fmla="*/ 1786202 h 4188542"/>
                      <a:gd name="csX21" fmla="*/ 0 w 3323496"/>
                      <a:gd name="csY21" fmla="*/ 1139258 h 4188542"/>
                      <a:gd name="csX22" fmla="*/ 0 w 3323496"/>
                      <a:gd name="csY22" fmla="*/ 553927 h 41885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323496" h="4188542" fill="none" extrusionOk="0">
                        <a:moveTo>
                          <a:pt x="0" y="553927"/>
                        </a:moveTo>
                        <a:cubicBezTo>
                          <a:pt x="-35422" y="245997"/>
                          <a:pt x="297066" y="42241"/>
                          <a:pt x="553927" y="0"/>
                        </a:cubicBezTo>
                        <a:cubicBezTo>
                          <a:pt x="827178" y="16530"/>
                          <a:pt x="906285" y="-16115"/>
                          <a:pt x="1107838" y="0"/>
                        </a:cubicBezTo>
                        <a:cubicBezTo>
                          <a:pt x="1309391" y="16115"/>
                          <a:pt x="1376213" y="878"/>
                          <a:pt x="1617435" y="0"/>
                        </a:cubicBezTo>
                        <a:cubicBezTo>
                          <a:pt x="1858657" y="-878"/>
                          <a:pt x="1975639" y="-17276"/>
                          <a:pt x="2193502" y="0"/>
                        </a:cubicBezTo>
                        <a:cubicBezTo>
                          <a:pt x="2411365" y="17276"/>
                          <a:pt x="2648493" y="-18756"/>
                          <a:pt x="2769569" y="0"/>
                        </a:cubicBezTo>
                        <a:cubicBezTo>
                          <a:pt x="3062395" y="40837"/>
                          <a:pt x="3305057" y="189934"/>
                          <a:pt x="3323496" y="553927"/>
                        </a:cubicBezTo>
                        <a:cubicBezTo>
                          <a:pt x="3313560" y="792920"/>
                          <a:pt x="3334512" y="1002177"/>
                          <a:pt x="3323496" y="1170065"/>
                        </a:cubicBezTo>
                        <a:cubicBezTo>
                          <a:pt x="3312480" y="1337953"/>
                          <a:pt x="3298734" y="1563128"/>
                          <a:pt x="3323496" y="1724588"/>
                        </a:cubicBezTo>
                        <a:cubicBezTo>
                          <a:pt x="3348258" y="1886048"/>
                          <a:pt x="3340934" y="2096207"/>
                          <a:pt x="3323496" y="2248305"/>
                        </a:cubicBezTo>
                        <a:cubicBezTo>
                          <a:pt x="3306058" y="2400403"/>
                          <a:pt x="3322975" y="2664502"/>
                          <a:pt x="3323496" y="2802829"/>
                        </a:cubicBezTo>
                        <a:cubicBezTo>
                          <a:pt x="3324017" y="2941156"/>
                          <a:pt x="3336020" y="3225326"/>
                          <a:pt x="3323496" y="3634615"/>
                        </a:cubicBezTo>
                        <a:cubicBezTo>
                          <a:pt x="3349641" y="3933620"/>
                          <a:pt x="3065612" y="4256994"/>
                          <a:pt x="2769569" y="4188542"/>
                        </a:cubicBezTo>
                        <a:cubicBezTo>
                          <a:pt x="2554414" y="4187238"/>
                          <a:pt x="2380243" y="4206241"/>
                          <a:pt x="2259971" y="4188542"/>
                        </a:cubicBezTo>
                        <a:cubicBezTo>
                          <a:pt x="2139699" y="4170843"/>
                          <a:pt x="1938086" y="4172717"/>
                          <a:pt x="1728217" y="4188542"/>
                        </a:cubicBezTo>
                        <a:cubicBezTo>
                          <a:pt x="1518348" y="4204367"/>
                          <a:pt x="1335536" y="4213731"/>
                          <a:pt x="1174307" y="4188542"/>
                        </a:cubicBezTo>
                        <a:cubicBezTo>
                          <a:pt x="1013078" y="4163354"/>
                          <a:pt x="808379" y="4170166"/>
                          <a:pt x="553927" y="4188542"/>
                        </a:cubicBezTo>
                        <a:cubicBezTo>
                          <a:pt x="259033" y="4216895"/>
                          <a:pt x="46910" y="3962363"/>
                          <a:pt x="0" y="3634615"/>
                        </a:cubicBezTo>
                        <a:cubicBezTo>
                          <a:pt x="2199" y="3353517"/>
                          <a:pt x="28023" y="3314052"/>
                          <a:pt x="0" y="3018477"/>
                        </a:cubicBezTo>
                        <a:cubicBezTo>
                          <a:pt x="-28023" y="2722902"/>
                          <a:pt x="-3449" y="2669608"/>
                          <a:pt x="0" y="2371533"/>
                        </a:cubicBezTo>
                        <a:cubicBezTo>
                          <a:pt x="3449" y="2073458"/>
                          <a:pt x="25228" y="1925184"/>
                          <a:pt x="0" y="1786202"/>
                        </a:cubicBezTo>
                        <a:cubicBezTo>
                          <a:pt x="-25228" y="1647220"/>
                          <a:pt x="30474" y="1362684"/>
                          <a:pt x="0" y="1139258"/>
                        </a:cubicBezTo>
                        <a:cubicBezTo>
                          <a:pt x="-30474" y="915832"/>
                          <a:pt x="-17011" y="784418"/>
                          <a:pt x="0" y="553927"/>
                        </a:cubicBezTo>
                        <a:close/>
                      </a:path>
                      <a:path w="3323496" h="4188542" stroke="0" extrusionOk="0">
                        <a:moveTo>
                          <a:pt x="0" y="553927"/>
                        </a:moveTo>
                        <a:cubicBezTo>
                          <a:pt x="-53648" y="214911"/>
                          <a:pt x="210779" y="13971"/>
                          <a:pt x="553927" y="0"/>
                        </a:cubicBezTo>
                        <a:cubicBezTo>
                          <a:pt x="752308" y="-18352"/>
                          <a:pt x="973851" y="-29781"/>
                          <a:pt x="1152150" y="0"/>
                        </a:cubicBezTo>
                        <a:cubicBezTo>
                          <a:pt x="1330449" y="29781"/>
                          <a:pt x="1480105" y="-22497"/>
                          <a:pt x="1683904" y="0"/>
                        </a:cubicBezTo>
                        <a:cubicBezTo>
                          <a:pt x="1887703" y="22497"/>
                          <a:pt x="2079768" y="-11911"/>
                          <a:pt x="2193502" y="0"/>
                        </a:cubicBezTo>
                        <a:cubicBezTo>
                          <a:pt x="2307236" y="11911"/>
                          <a:pt x="2486960" y="-9478"/>
                          <a:pt x="2769569" y="0"/>
                        </a:cubicBezTo>
                        <a:cubicBezTo>
                          <a:pt x="3088516" y="-26800"/>
                          <a:pt x="3248033" y="236446"/>
                          <a:pt x="3323496" y="553927"/>
                        </a:cubicBezTo>
                        <a:cubicBezTo>
                          <a:pt x="3336762" y="718282"/>
                          <a:pt x="3313335" y="986905"/>
                          <a:pt x="3323496" y="1170065"/>
                        </a:cubicBezTo>
                        <a:cubicBezTo>
                          <a:pt x="3333657" y="1353225"/>
                          <a:pt x="3328817" y="1558965"/>
                          <a:pt x="3323496" y="1847816"/>
                        </a:cubicBezTo>
                        <a:cubicBezTo>
                          <a:pt x="3318175" y="2136667"/>
                          <a:pt x="3343863" y="2172746"/>
                          <a:pt x="3323496" y="2371533"/>
                        </a:cubicBezTo>
                        <a:cubicBezTo>
                          <a:pt x="3303129" y="2570320"/>
                          <a:pt x="3300824" y="2727405"/>
                          <a:pt x="3323496" y="2987671"/>
                        </a:cubicBezTo>
                        <a:cubicBezTo>
                          <a:pt x="3346168" y="3247937"/>
                          <a:pt x="3345598" y="3371580"/>
                          <a:pt x="3323496" y="3634615"/>
                        </a:cubicBezTo>
                        <a:cubicBezTo>
                          <a:pt x="3336647" y="3927545"/>
                          <a:pt x="3138241" y="4148082"/>
                          <a:pt x="2769569" y="4188542"/>
                        </a:cubicBezTo>
                        <a:cubicBezTo>
                          <a:pt x="2598791" y="4180419"/>
                          <a:pt x="2421317" y="4209714"/>
                          <a:pt x="2215659" y="4188542"/>
                        </a:cubicBezTo>
                        <a:cubicBezTo>
                          <a:pt x="2010001" y="4167371"/>
                          <a:pt x="1896533" y="4170082"/>
                          <a:pt x="1706061" y="4188542"/>
                        </a:cubicBezTo>
                        <a:cubicBezTo>
                          <a:pt x="1515589" y="4207002"/>
                          <a:pt x="1284964" y="4208195"/>
                          <a:pt x="1152150" y="4188542"/>
                        </a:cubicBezTo>
                        <a:cubicBezTo>
                          <a:pt x="1019336" y="4168889"/>
                          <a:pt x="754418" y="4159329"/>
                          <a:pt x="553927" y="4188542"/>
                        </a:cubicBezTo>
                        <a:cubicBezTo>
                          <a:pt x="245422" y="4180782"/>
                          <a:pt x="63239" y="3927693"/>
                          <a:pt x="0" y="3634615"/>
                        </a:cubicBezTo>
                        <a:cubicBezTo>
                          <a:pt x="6840" y="3426875"/>
                          <a:pt x="20315" y="3344258"/>
                          <a:pt x="0" y="3110898"/>
                        </a:cubicBezTo>
                        <a:cubicBezTo>
                          <a:pt x="-20315" y="2877538"/>
                          <a:pt x="6932" y="2713991"/>
                          <a:pt x="0" y="2433147"/>
                        </a:cubicBezTo>
                        <a:cubicBezTo>
                          <a:pt x="-6932" y="2152303"/>
                          <a:pt x="9814" y="2035424"/>
                          <a:pt x="0" y="1817009"/>
                        </a:cubicBezTo>
                        <a:cubicBezTo>
                          <a:pt x="-9814" y="1598594"/>
                          <a:pt x="-5265" y="1443167"/>
                          <a:pt x="0" y="1262485"/>
                        </a:cubicBezTo>
                        <a:cubicBezTo>
                          <a:pt x="5265" y="1081803"/>
                          <a:pt x="27719" y="865034"/>
                          <a:pt x="0" y="5539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 usage analytics </a:t>
            </a:r>
          </a:p>
          <a:p>
            <a:endParaRPr lang="en-US" dirty="0"/>
          </a:p>
          <a:p>
            <a:r>
              <a:rPr lang="en-US" dirty="0"/>
              <a:t>No maintenance tracking </a:t>
            </a:r>
          </a:p>
          <a:p>
            <a:endParaRPr lang="en-US" dirty="0"/>
          </a:p>
          <a:p>
            <a:r>
              <a:rPr lang="en-US" dirty="0"/>
              <a:t>Poor planning</a:t>
            </a:r>
          </a:p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42330F-FE4A-E2FD-D4DD-ECAE4E983025}"/>
              </a:ext>
            </a:extLst>
          </p:cNvPr>
          <p:cNvSpPr/>
          <p:nvPr/>
        </p:nvSpPr>
        <p:spPr>
          <a:xfrm>
            <a:off x="1489264" y="1366684"/>
            <a:ext cx="3323496" cy="4188542"/>
          </a:xfrm>
          <a:prstGeom prst="roundRect">
            <a:avLst/>
          </a:prstGeom>
          <a:solidFill>
            <a:srgbClr val="1D3E5B"/>
          </a:solidFill>
          <a:ln cmpd="dbl">
            <a:solidFill>
              <a:schemeClr val="tx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323496"/>
                      <a:gd name="csY0" fmla="*/ 553927 h 4188542"/>
                      <a:gd name="csX1" fmla="*/ 553927 w 3323496"/>
                      <a:gd name="csY1" fmla="*/ 0 h 4188542"/>
                      <a:gd name="csX2" fmla="*/ 1107838 w 3323496"/>
                      <a:gd name="csY2" fmla="*/ 0 h 4188542"/>
                      <a:gd name="csX3" fmla="*/ 1617435 w 3323496"/>
                      <a:gd name="csY3" fmla="*/ 0 h 4188542"/>
                      <a:gd name="csX4" fmla="*/ 2193502 w 3323496"/>
                      <a:gd name="csY4" fmla="*/ 0 h 4188542"/>
                      <a:gd name="csX5" fmla="*/ 2769569 w 3323496"/>
                      <a:gd name="csY5" fmla="*/ 0 h 4188542"/>
                      <a:gd name="csX6" fmla="*/ 3323496 w 3323496"/>
                      <a:gd name="csY6" fmla="*/ 553927 h 4188542"/>
                      <a:gd name="csX7" fmla="*/ 3323496 w 3323496"/>
                      <a:gd name="csY7" fmla="*/ 1170065 h 4188542"/>
                      <a:gd name="csX8" fmla="*/ 3323496 w 3323496"/>
                      <a:gd name="csY8" fmla="*/ 1724588 h 4188542"/>
                      <a:gd name="csX9" fmla="*/ 3323496 w 3323496"/>
                      <a:gd name="csY9" fmla="*/ 2248305 h 4188542"/>
                      <a:gd name="csX10" fmla="*/ 3323496 w 3323496"/>
                      <a:gd name="csY10" fmla="*/ 2802829 h 4188542"/>
                      <a:gd name="csX11" fmla="*/ 3323496 w 3323496"/>
                      <a:gd name="csY11" fmla="*/ 3634615 h 4188542"/>
                      <a:gd name="csX12" fmla="*/ 2769569 w 3323496"/>
                      <a:gd name="csY12" fmla="*/ 4188542 h 4188542"/>
                      <a:gd name="csX13" fmla="*/ 2259971 w 3323496"/>
                      <a:gd name="csY13" fmla="*/ 4188542 h 4188542"/>
                      <a:gd name="csX14" fmla="*/ 1728217 w 3323496"/>
                      <a:gd name="csY14" fmla="*/ 4188542 h 4188542"/>
                      <a:gd name="csX15" fmla="*/ 1174307 w 3323496"/>
                      <a:gd name="csY15" fmla="*/ 4188542 h 4188542"/>
                      <a:gd name="csX16" fmla="*/ 553927 w 3323496"/>
                      <a:gd name="csY16" fmla="*/ 4188542 h 4188542"/>
                      <a:gd name="csX17" fmla="*/ 0 w 3323496"/>
                      <a:gd name="csY17" fmla="*/ 3634615 h 4188542"/>
                      <a:gd name="csX18" fmla="*/ 0 w 3323496"/>
                      <a:gd name="csY18" fmla="*/ 3018477 h 4188542"/>
                      <a:gd name="csX19" fmla="*/ 0 w 3323496"/>
                      <a:gd name="csY19" fmla="*/ 2371533 h 4188542"/>
                      <a:gd name="csX20" fmla="*/ 0 w 3323496"/>
                      <a:gd name="csY20" fmla="*/ 1786202 h 4188542"/>
                      <a:gd name="csX21" fmla="*/ 0 w 3323496"/>
                      <a:gd name="csY21" fmla="*/ 1139258 h 4188542"/>
                      <a:gd name="csX22" fmla="*/ 0 w 3323496"/>
                      <a:gd name="csY22" fmla="*/ 553927 h 41885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323496" h="4188542" fill="none" extrusionOk="0">
                        <a:moveTo>
                          <a:pt x="0" y="553927"/>
                        </a:moveTo>
                        <a:cubicBezTo>
                          <a:pt x="-35422" y="245997"/>
                          <a:pt x="297066" y="42241"/>
                          <a:pt x="553927" y="0"/>
                        </a:cubicBezTo>
                        <a:cubicBezTo>
                          <a:pt x="827178" y="16530"/>
                          <a:pt x="906285" y="-16115"/>
                          <a:pt x="1107838" y="0"/>
                        </a:cubicBezTo>
                        <a:cubicBezTo>
                          <a:pt x="1309391" y="16115"/>
                          <a:pt x="1376213" y="878"/>
                          <a:pt x="1617435" y="0"/>
                        </a:cubicBezTo>
                        <a:cubicBezTo>
                          <a:pt x="1858657" y="-878"/>
                          <a:pt x="1975639" y="-17276"/>
                          <a:pt x="2193502" y="0"/>
                        </a:cubicBezTo>
                        <a:cubicBezTo>
                          <a:pt x="2411365" y="17276"/>
                          <a:pt x="2648493" y="-18756"/>
                          <a:pt x="2769569" y="0"/>
                        </a:cubicBezTo>
                        <a:cubicBezTo>
                          <a:pt x="3062395" y="40837"/>
                          <a:pt x="3305057" y="189934"/>
                          <a:pt x="3323496" y="553927"/>
                        </a:cubicBezTo>
                        <a:cubicBezTo>
                          <a:pt x="3313560" y="792920"/>
                          <a:pt x="3334512" y="1002177"/>
                          <a:pt x="3323496" y="1170065"/>
                        </a:cubicBezTo>
                        <a:cubicBezTo>
                          <a:pt x="3312480" y="1337953"/>
                          <a:pt x="3298734" y="1563128"/>
                          <a:pt x="3323496" y="1724588"/>
                        </a:cubicBezTo>
                        <a:cubicBezTo>
                          <a:pt x="3348258" y="1886048"/>
                          <a:pt x="3340934" y="2096207"/>
                          <a:pt x="3323496" y="2248305"/>
                        </a:cubicBezTo>
                        <a:cubicBezTo>
                          <a:pt x="3306058" y="2400403"/>
                          <a:pt x="3322975" y="2664502"/>
                          <a:pt x="3323496" y="2802829"/>
                        </a:cubicBezTo>
                        <a:cubicBezTo>
                          <a:pt x="3324017" y="2941156"/>
                          <a:pt x="3336020" y="3225326"/>
                          <a:pt x="3323496" y="3634615"/>
                        </a:cubicBezTo>
                        <a:cubicBezTo>
                          <a:pt x="3349641" y="3933620"/>
                          <a:pt x="3065612" y="4256994"/>
                          <a:pt x="2769569" y="4188542"/>
                        </a:cubicBezTo>
                        <a:cubicBezTo>
                          <a:pt x="2554414" y="4187238"/>
                          <a:pt x="2380243" y="4206241"/>
                          <a:pt x="2259971" y="4188542"/>
                        </a:cubicBezTo>
                        <a:cubicBezTo>
                          <a:pt x="2139699" y="4170843"/>
                          <a:pt x="1938086" y="4172717"/>
                          <a:pt x="1728217" y="4188542"/>
                        </a:cubicBezTo>
                        <a:cubicBezTo>
                          <a:pt x="1518348" y="4204367"/>
                          <a:pt x="1335536" y="4213731"/>
                          <a:pt x="1174307" y="4188542"/>
                        </a:cubicBezTo>
                        <a:cubicBezTo>
                          <a:pt x="1013078" y="4163354"/>
                          <a:pt x="808379" y="4170166"/>
                          <a:pt x="553927" y="4188542"/>
                        </a:cubicBezTo>
                        <a:cubicBezTo>
                          <a:pt x="259033" y="4216895"/>
                          <a:pt x="46910" y="3962363"/>
                          <a:pt x="0" y="3634615"/>
                        </a:cubicBezTo>
                        <a:cubicBezTo>
                          <a:pt x="2199" y="3353517"/>
                          <a:pt x="28023" y="3314052"/>
                          <a:pt x="0" y="3018477"/>
                        </a:cubicBezTo>
                        <a:cubicBezTo>
                          <a:pt x="-28023" y="2722902"/>
                          <a:pt x="-3449" y="2669608"/>
                          <a:pt x="0" y="2371533"/>
                        </a:cubicBezTo>
                        <a:cubicBezTo>
                          <a:pt x="3449" y="2073458"/>
                          <a:pt x="25228" y="1925184"/>
                          <a:pt x="0" y="1786202"/>
                        </a:cubicBezTo>
                        <a:cubicBezTo>
                          <a:pt x="-25228" y="1647220"/>
                          <a:pt x="30474" y="1362684"/>
                          <a:pt x="0" y="1139258"/>
                        </a:cubicBezTo>
                        <a:cubicBezTo>
                          <a:pt x="-30474" y="915832"/>
                          <a:pt x="-17011" y="784418"/>
                          <a:pt x="0" y="553927"/>
                        </a:cubicBezTo>
                        <a:close/>
                      </a:path>
                      <a:path w="3323496" h="4188542" stroke="0" extrusionOk="0">
                        <a:moveTo>
                          <a:pt x="0" y="553927"/>
                        </a:moveTo>
                        <a:cubicBezTo>
                          <a:pt x="-53648" y="214911"/>
                          <a:pt x="210779" y="13971"/>
                          <a:pt x="553927" y="0"/>
                        </a:cubicBezTo>
                        <a:cubicBezTo>
                          <a:pt x="752308" y="-18352"/>
                          <a:pt x="973851" y="-29781"/>
                          <a:pt x="1152150" y="0"/>
                        </a:cubicBezTo>
                        <a:cubicBezTo>
                          <a:pt x="1330449" y="29781"/>
                          <a:pt x="1480105" y="-22497"/>
                          <a:pt x="1683904" y="0"/>
                        </a:cubicBezTo>
                        <a:cubicBezTo>
                          <a:pt x="1887703" y="22497"/>
                          <a:pt x="2079768" y="-11911"/>
                          <a:pt x="2193502" y="0"/>
                        </a:cubicBezTo>
                        <a:cubicBezTo>
                          <a:pt x="2307236" y="11911"/>
                          <a:pt x="2486960" y="-9478"/>
                          <a:pt x="2769569" y="0"/>
                        </a:cubicBezTo>
                        <a:cubicBezTo>
                          <a:pt x="3088516" y="-26800"/>
                          <a:pt x="3248033" y="236446"/>
                          <a:pt x="3323496" y="553927"/>
                        </a:cubicBezTo>
                        <a:cubicBezTo>
                          <a:pt x="3336762" y="718282"/>
                          <a:pt x="3313335" y="986905"/>
                          <a:pt x="3323496" y="1170065"/>
                        </a:cubicBezTo>
                        <a:cubicBezTo>
                          <a:pt x="3333657" y="1353225"/>
                          <a:pt x="3328817" y="1558965"/>
                          <a:pt x="3323496" y="1847816"/>
                        </a:cubicBezTo>
                        <a:cubicBezTo>
                          <a:pt x="3318175" y="2136667"/>
                          <a:pt x="3343863" y="2172746"/>
                          <a:pt x="3323496" y="2371533"/>
                        </a:cubicBezTo>
                        <a:cubicBezTo>
                          <a:pt x="3303129" y="2570320"/>
                          <a:pt x="3300824" y="2727405"/>
                          <a:pt x="3323496" y="2987671"/>
                        </a:cubicBezTo>
                        <a:cubicBezTo>
                          <a:pt x="3346168" y="3247937"/>
                          <a:pt x="3345598" y="3371580"/>
                          <a:pt x="3323496" y="3634615"/>
                        </a:cubicBezTo>
                        <a:cubicBezTo>
                          <a:pt x="3336647" y="3927545"/>
                          <a:pt x="3138241" y="4148082"/>
                          <a:pt x="2769569" y="4188542"/>
                        </a:cubicBezTo>
                        <a:cubicBezTo>
                          <a:pt x="2598791" y="4180419"/>
                          <a:pt x="2421317" y="4209714"/>
                          <a:pt x="2215659" y="4188542"/>
                        </a:cubicBezTo>
                        <a:cubicBezTo>
                          <a:pt x="2010001" y="4167371"/>
                          <a:pt x="1896533" y="4170082"/>
                          <a:pt x="1706061" y="4188542"/>
                        </a:cubicBezTo>
                        <a:cubicBezTo>
                          <a:pt x="1515589" y="4207002"/>
                          <a:pt x="1284964" y="4208195"/>
                          <a:pt x="1152150" y="4188542"/>
                        </a:cubicBezTo>
                        <a:cubicBezTo>
                          <a:pt x="1019336" y="4168889"/>
                          <a:pt x="754418" y="4159329"/>
                          <a:pt x="553927" y="4188542"/>
                        </a:cubicBezTo>
                        <a:cubicBezTo>
                          <a:pt x="245422" y="4180782"/>
                          <a:pt x="63239" y="3927693"/>
                          <a:pt x="0" y="3634615"/>
                        </a:cubicBezTo>
                        <a:cubicBezTo>
                          <a:pt x="6840" y="3426875"/>
                          <a:pt x="20315" y="3344258"/>
                          <a:pt x="0" y="3110898"/>
                        </a:cubicBezTo>
                        <a:cubicBezTo>
                          <a:pt x="-20315" y="2877538"/>
                          <a:pt x="6932" y="2713991"/>
                          <a:pt x="0" y="2433147"/>
                        </a:cubicBezTo>
                        <a:cubicBezTo>
                          <a:pt x="-6932" y="2152303"/>
                          <a:pt x="9814" y="2035424"/>
                          <a:pt x="0" y="1817009"/>
                        </a:cubicBezTo>
                        <a:cubicBezTo>
                          <a:pt x="-9814" y="1598594"/>
                          <a:pt x="-5265" y="1443167"/>
                          <a:pt x="0" y="1262485"/>
                        </a:cubicBezTo>
                        <a:cubicBezTo>
                          <a:pt x="5265" y="1081803"/>
                          <a:pt x="27719" y="865034"/>
                          <a:pt x="0" y="5539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 real-time data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No booking system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Time wasted</a:t>
            </a:r>
          </a:p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9DEF3B-257B-989E-9B0E-A58C9EF71CCC}"/>
              </a:ext>
            </a:extLst>
          </p:cNvPr>
          <p:cNvSpPr/>
          <p:nvPr/>
        </p:nvSpPr>
        <p:spPr>
          <a:xfrm>
            <a:off x="2399837" y="1165633"/>
            <a:ext cx="1207382" cy="36933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7B0B9F-F5C4-2B5E-4839-93FF306B0142}"/>
              </a:ext>
            </a:extLst>
          </p:cNvPr>
          <p:cNvSpPr txBox="1"/>
          <p:nvPr/>
        </p:nvSpPr>
        <p:spPr>
          <a:xfrm>
            <a:off x="2399837" y="116563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9CBB54-9317-62D1-D003-0260F66C3876}"/>
              </a:ext>
            </a:extLst>
          </p:cNvPr>
          <p:cNvSpPr/>
          <p:nvPr/>
        </p:nvSpPr>
        <p:spPr>
          <a:xfrm>
            <a:off x="7427330" y="1182018"/>
            <a:ext cx="1207382" cy="36933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C05D4-D536-071B-AB59-A39BBD811F1C}"/>
              </a:ext>
            </a:extLst>
          </p:cNvPr>
          <p:cNvSpPr txBox="1"/>
          <p:nvPr/>
        </p:nvSpPr>
        <p:spPr>
          <a:xfrm>
            <a:off x="7553166" y="1182018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2782028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73AD-5DCD-339D-4BD7-31B08608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8E0368-2059-AA21-D84B-5691F55E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A0E385-1C11-331D-851F-E807A788B6FC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0D8A-9E77-0C11-4083-464DB278CC93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C03EE-83D6-5579-95EF-2C9FCB96ED29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72729-F5A8-3EB9-DA25-6F06D43D19E0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EEAFF-1905-C238-34A7-CB77D9150B83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D0DBB-C04B-1516-6A55-4B54AEB6DF82}"/>
              </a:ext>
            </a:extLst>
          </p:cNvPr>
          <p:cNvSpPr txBox="1"/>
          <p:nvPr/>
        </p:nvSpPr>
        <p:spPr>
          <a:xfrm>
            <a:off x="4080991" y="451157"/>
            <a:ext cx="3454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97309-742B-2AB7-9438-6345B887D54A}"/>
              </a:ext>
            </a:extLst>
          </p:cNvPr>
          <p:cNvSpPr txBox="1"/>
          <p:nvPr/>
        </p:nvSpPr>
        <p:spPr>
          <a:xfrm>
            <a:off x="2697076" y="1690666"/>
            <a:ext cx="308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Real-time capacity tracking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CE3067-21DA-F5E8-03E4-90041B6EC48E}"/>
              </a:ext>
            </a:extLst>
          </p:cNvPr>
          <p:cNvSpPr/>
          <p:nvPr/>
        </p:nvSpPr>
        <p:spPr>
          <a:xfrm>
            <a:off x="1848464" y="1489077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✨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34ED9-33C8-E191-6ACB-2342A876951A}"/>
              </a:ext>
            </a:extLst>
          </p:cNvPr>
          <p:cNvSpPr/>
          <p:nvPr/>
        </p:nvSpPr>
        <p:spPr>
          <a:xfrm>
            <a:off x="1848464" y="2451508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📱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EB866A-4068-A594-53AD-AC4E478C319A}"/>
              </a:ext>
            </a:extLst>
          </p:cNvPr>
          <p:cNvSpPr/>
          <p:nvPr/>
        </p:nvSpPr>
        <p:spPr>
          <a:xfrm>
            <a:off x="1843547" y="3413939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📊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20210E-18CB-C019-1C73-DC5D18AF270B}"/>
              </a:ext>
            </a:extLst>
          </p:cNvPr>
          <p:cNvSpPr/>
          <p:nvPr/>
        </p:nvSpPr>
        <p:spPr>
          <a:xfrm>
            <a:off x="1849237" y="4376370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DEFC4C-7A87-94C1-D9BC-4431BD264605}"/>
              </a:ext>
            </a:extLst>
          </p:cNvPr>
          <p:cNvSpPr txBox="1"/>
          <p:nvPr/>
        </p:nvSpPr>
        <p:spPr>
          <a:xfrm>
            <a:off x="2697076" y="2615887"/>
            <a:ext cx="22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Equipment booking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52240B-E6CE-C789-C065-6A4A081DF68D}"/>
              </a:ext>
            </a:extLst>
          </p:cNvPr>
          <p:cNvSpPr txBox="1"/>
          <p:nvPr/>
        </p:nvSpPr>
        <p:spPr>
          <a:xfrm>
            <a:off x="2697076" y="354110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Usage analytics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538DE4-BD40-8442-44D7-FB49B9337ABC}"/>
              </a:ext>
            </a:extLst>
          </p:cNvPr>
          <p:cNvSpPr txBox="1"/>
          <p:nvPr/>
        </p:nvSpPr>
        <p:spPr>
          <a:xfrm>
            <a:off x="2596490" y="4466329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Maintenance alerts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5FD6EA-5C9F-54BC-4E4A-D4F33BD0D019}"/>
              </a:ext>
            </a:extLst>
          </p:cNvPr>
          <p:cNvSpPr/>
          <p:nvPr/>
        </p:nvSpPr>
        <p:spPr>
          <a:xfrm>
            <a:off x="-3456362" y="1446837"/>
            <a:ext cx="3323496" cy="4188542"/>
          </a:xfrm>
          <a:prstGeom prst="roundRect">
            <a:avLst/>
          </a:prstGeom>
          <a:solidFill>
            <a:srgbClr val="1D3E5B"/>
          </a:solidFill>
          <a:ln cmpd="dbl">
            <a:solidFill>
              <a:schemeClr val="tx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323496"/>
                      <a:gd name="csY0" fmla="*/ 553927 h 4188542"/>
                      <a:gd name="csX1" fmla="*/ 553927 w 3323496"/>
                      <a:gd name="csY1" fmla="*/ 0 h 4188542"/>
                      <a:gd name="csX2" fmla="*/ 1107838 w 3323496"/>
                      <a:gd name="csY2" fmla="*/ 0 h 4188542"/>
                      <a:gd name="csX3" fmla="*/ 1617435 w 3323496"/>
                      <a:gd name="csY3" fmla="*/ 0 h 4188542"/>
                      <a:gd name="csX4" fmla="*/ 2193502 w 3323496"/>
                      <a:gd name="csY4" fmla="*/ 0 h 4188542"/>
                      <a:gd name="csX5" fmla="*/ 2769569 w 3323496"/>
                      <a:gd name="csY5" fmla="*/ 0 h 4188542"/>
                      <a:gd name="csX6" fmla="*/ 3323496 w 3323496"/>
                      <a:gd name="csY6" fmla="*/ 553927 h 4188542"/>
                      <a:gd name="csX7" fmla="*/ 3323496 w 3323496"/>
                      <a:gd name="csY7" fmla="*/ 1170065 h 4188542"/>
                      <a:gd name="csX8" fmla="*/ 3323496 w 3323496"/>
                      <a:gd name="csY8" fmla="*/ 1724588 h 4188542"/>
                      <a:gd name="csX9" fmla="*/ 3323496 w 3323496"/>
                      <a:gd name="csY9" fmla="*/ 2248305 h 4188542"/>
                      <a:gd name="csX10" fmla="*/ 3323496 w 3323496"/>
                      <a:gd name="csY10" fmla="*/ 2802829 h 4188542"/>
                      <a:gd name="csX11" fmla="*/ 3323496 w 3323496"/>
                      <a:gd name="csY11" fmla="*/ 3634615 h 4188542"/>
                      <a:gd name="csX12" fmla="*/ 2769569 w 3323496"/>
                      <a:gd name="csY12" fmla="*/ 4188542 h 4188542"/>
                      <a:gd name="csX13" fmla="*/ 2259971 w 3323496"/>
                      <a:gd name="csY13" fmla="*/ 4188542 h 4188542"/>
                      <a:gd name="csX14" fmla="*/ 1728217 w 3323496"/>
                      <a:gd name="csY14" fmla="*/ 4188542 h 4188542"/>
                      <a:gd name="csX15" fmla="*/ 1174307 w 3323496"/>
                      <a:gd name="csY15" fmla="*/ 4188542 h 4188542"/>
                      <a:gd name="csX16" fmla="*/ 553927 w 3323496"/>
                      <a:gd name="csY16" fmla="*/ 4188542 h 4188542"/>
                      <a:gd name="csX17" fmla="*/ 0 w 3323496"/>
                      <a:gd name="csY17" fmla="*/ 3634615 h 4188542"/>
                      <a:gd name="csX18" fmla="*/ 0 w 3323496"/>
                      <a:gd name="csY18" fmla="*/ 3018477 h 4188542"/>
                      <a:gd name="csX19" fmla="*/ 0 w 3323496"/>
                      <a:gd name="csY19" fmla="*/ 2371533 h 4188542"/>
                      <a:gd name="csX20" fmla="*/ 0 w 3323496"/>
                      <a:gd name="csY20" fmla="*/ 1786202 h 4188542"/>
                      <a:gd name="csX21" fmla="*/ 0 w 3323496"/>
                      <a:gd name="csY21" fmla="*/ 1139258 h 4188542"/>
                      <a:gd name="csX22" fmla="*/ 0 w 3323496"/>
                      <a:gd name="csY22" fmla="*/ 553927 h 41885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323496" h="4188542" fill="none" extrusionOk="0">
                        <a:moveTo>
                          <a:pt x="0" y="553927"/>
                        </a:moveTo>
                        <a:cubicBezTo>
                          <a:pt x="-35422" y="245997"/>
                          <a:pt x="297066" y="42241"/>
                          <a:pt x="553927" y="0"/>
                        </a:cubicBezTo>
                        <a:cubicBezTo>
                          <a:pt x="827178" y="16530"/>
                          <a:pt x="906285" y="-16115"/>
                          <a:pt x="1107838" y="0"/>
                        </a:cubicBezTo>
                        <a:cubicBezTo>
                          <a:pt x="1309391" y="16115"/>
                          <a:pt x="1376213" y="878"/>
                          <a:pt x="1617435" y="0"/>
                        </a:cubicBezTo>
                        <a:cubicBezTo>
                          <a:pt x="1858657" y="-878"/>
                          <a:pt x="1975639" y="-17276"/>
                          <a:pt x="2193502" y="0"/>
                        </a:cubicBezTo>
                        <a:cubicBezTo>
                          <a:pt x="2411365" y="17276"/>
                          <a:pt x="2648493" y="-18756"/>
                          <a:pt x="2769569" y="0"/>
                        </a:cubicBezTo>
                        <a:cubicBezTo>
                          <a:pt x="3062395" y="40837"/>
                          <a:pt x="3305057" y="189934"/>
                          <a:pt x="3323496" y="553927"/>
                        </a:cubicBezTo>
                        <a:cubicBezTo>
                          <a:pt x="3313560" y="792920"/>
                          <a:pt x="3334512" y="1002177"/>
                          <a:pt x="3323496" y="1170065"/>
                        </a:cubicBezTo>
                        <a:cubicBezTo>
                          <a:pt x="3312480" y="1337953"/>
                          <a:pt x="3298734" y="1563128"/>
                          <a:pt x="3323496" y="1724588"/>
                        </a:cubicBezTo>
                        <a:cubicBezTo>
                          <a:pt x="3348258" y="1886048"/>
                          <a:pt x="3340934" y="2096207"/>
                          <a:pt x="3323496" y="2248305"/>
                        </a:cubicBezTo>
                        <a:cubicBezTo>
                          <a:pt x="3306058" y="2400403"/>
                          <a:pt x="3322975" y="2664502"/>
                          <a:pt x="3323496" y="2802829"/>
                        </a:cubicBezTo>
                        <a:cubicBezTo>
                          <a:pt x="3324017" y="2941156"/>
                          <a:pt x="3336020" y="3225326"/>
                          <a:pt x="3323496" y="3634615"/>
                        </a:cubicBezTo>
                        <a:cubicBezTo>
                          <a:pt x="3349641" y="3933620"/>
                          <a:pt x="3065612" y="4256994"/>
                          <a:pt x="2769569" y="4188542"/>
                        </a:cubicBezTo>
                        <a:cubicBezTo>
                          <a:pt x="2554414" y="4187238"/>
                          <a:pt x="2380243" y="4206241"/>
                          <a:pt x="2259971" y="4188542"/>
                        </a:cubicBezTo>
                        <a:cubicBezTo>
                          <a:pt x="2139699" y="4170843"/>
                          <a:pt x="1938086" y="4172717"/>
                          <a:pt x="1728217" y="4188542"/>
                        </a:cubicBezTo>
                        <a:cubicBezTo>
                          <a:pt x="1518348" y="4204367"/>
                          <a:pt x="1335536" y="4213731"/>
                          <a:pt x="1174307" y="4188542"/>
                        </a:cubicBezTo>
                        <a:cubicBezTo>
                          <a:pt x="1013078" y="4163354"/>
                          <a:pt x="808379" y="4170166"/>
                          <a:pt x="553927" y="4188542"/>
                        </a:cubicBezTo>
                        <a:cubicBezTo>
                          <a:pt x="259033" y="4216895"/>
                          <a:pt x="46910" y="3962363"/>
                          <a:pt x="0" y="3634615"/>
                        </a:cubicBezTo>
                        <a:cubicBezTo>
                          <a:pt x="2199" y="3353517"/>
                          <a:pt x="28023" y="3314052"/>
                          <a:pt x="0" y="3018477"/>
                        </a:cubicBezTo>
                        <a:cubicBezTo>
                          <a:pt x="-28023" y="2722902"/>
                          <a:pt x="-3449" y="2669608"/>
                          <a:pt x="0" y="2371533"/>
                        </a:cubicBezTo>
                        <a:cubicBezTo>
                          <a:pt x="3449" y="2073458"/>
                          <a:pt x="25228" y="1925184"/>
                          <a:pt x="0" y="1786202"/>
                        </a:cubicBezTo>
                        <a:cubicBezTo>
                          <a:pt x="-25228" y="1647220"/>
                          <a:pt x="30474" y="1362684"/>
                          <a:pt x="0" y="1139258"/>
                        </a:cubicBezTo>
                        <a:cubicBezTo>
                          <a:pt x="-30474" y="915832"/>
                          <a:pt x="-17011" y="784418"/>
                          <a:pt x="0" y="553927"/>
                        </a:cubicBezTo>
                        <a:close/>
                      </a:path>
                      <a:path w="3323496" h="4188542" stroke="0" extrusionOk="0">
                        <a:moveTo>
                          <a:pt x="0" y="553927"/>
                        </a:moveTo>
                        <a:cubicBezTo>
                          <a:pt x="-53648" y="214911"/>
                          <a:pt x="210779" y="13971"/>
                          <a:pt x="553927" y="0"/>
                        </a:cubicBezTo>
                        <a:cubicBezTo>
                          <a:pt x="752308" y="-18352"/>
                          <a:pt x="973851" y="-29781"/>
                          <a:pt x="1152150" y="0"/>
                        </a:cubicBezTo>
                        <a:cubicBezTo>
                          <a:pt x="1330449" y="29781"/>
                          <a:pt x="1480105" y="-22497"/>
                          <a:pt x="1683904" y="0"/>
                        </a:cubicBezTo>
                        <a:cubicBezTo>
                          <a:pt x="1887703" y="22497"/>
                          <a:pt x="2079768" y="-11911"/>
                          <a:pt x="2193502" y="0"/>
                        </a:cubicBezTo>
                        <a:cubicBezTo>
                          <a:pt x="2307236" y="11911"/>
                          <a:pt x="2486960" y="-9478"/>
                          <a:pt x="2769569" y="0"/>
                        </a:cubicBezTo>
                        <a:cubicBezTo>
                          <a:pt x="3088516" y="-26800"/>
                          <a:pt x="3248033" y="236446"/>
                          <a:pt x="3323496" y="553927"/>
                        </a:cubicBezTo>
                        <a:cubicBezTo>
                          <a:pt x="3336762" y="718282"/>
                          <a:pt x="3313335" y="986905"/>
                          <a:pt x="3323496" y="1170065"/>
                        </a:cubicBezTo>
                        <a:cubicBezTo>
                          <a:pt x="3333657" y="1353225"/>
                          <a:pt x="3328817" y="1558965"/>
                          <a:pt x="3323496" y="1847816"/>
                        </a:cubicBezTo>
                        <a:cubicBezTo>
                          <a:pt x="3318175" y="2136667"/>
                          <a:pt x="3343863" y="2172746"/>
                          <a:pt x="3323496" y="2371533"/>
                        </a:cubicBezTo>
                        <a:cubicBezTo>
                          <a:pt x="3303129" y="2570320"/>
                          <a:pt x="3300824" y="2727405"/>
                          <a:pt x="3323496" y="2987671"/>
                        </a:cubicBezTo>
                        <a:cubicBezTo>
                          <a:pt x="3346168" y="3247937"/>
                          <a:pt x="3345598" y="3371580"/>
                          <a:pt x="3323496" y="3634615"/>
                        </a:cubicBezTo>
                        <a:cubicBezTo>
                          <a:pt x="3336647" y="3927545"/>
                          <a:pt x="3138241" y="4148082"/>
                          <a:pt x="2769569" y="4188542"/>
                        </a:cubicBezTo>
                        <a:cubicBezTo>
                          <a:pt x="2598791" y="4180419"/>
                          <a:pt x="2421317" y="4209714"/>
                          <a:pt x="2215659" y="4188542"/>
                        </a:cubicBezTo>
                        <a:cubicBezTo>
                          <a:pt x="2010001" y="4167371"/>
                          <a:pt x="1896533" y="4170082"/>
                          <a:pt x="1706061" y="4188542"/>
                        </a:cubicBezTo>
                        <a:cubicBezTo>
                          <a:pt x="1515589" y="4207002"/>
                          <a:pt x="1284964" y="4208195"/>
                          <a:pt x="1152150" y="4188542"/>
                        </a:cubicBezTo>
                        <a:cubicBezTo>
                          <a:pt x="1019336" y="4168889"/>
                          <a:pt x="754418" y="4159329"/>
                          <a:pt x="553927" y="4188542"/>
                        </a:cubicBezTo>
                        <a:cubicBezTo>
                          <a:pt x="245422" y="4180782"/>
                          <a:pt x="63239" y="3927693"/>
                          <a:pt x="0" y="3634615"/>
                        </a:cubicBezTo>
                        <a:cubicBezTo>
                          <a:pt x="6840" y="3426875"/>
                          <a:pt x="20315" y="3344258"/>
                          <a:pt x="0" y="3110898"/>
                        </a:cubicBezTo>
                        <a:cubicBezTo>
                          <a:pt x="-20315" y="2877538"/>
                          <a:pt x="6932" y="2713991"/>
                          <a:pt x="0" y="2433147"/>
                        </a:cubicBezTo>
                        <a:cubicBezTo>
                          <a:pt x="-6932" y="2152303"/>
                          <a:pt x="9814" y="2035424"/>
                          <a:pt x="0" y="1817009"/>
                        </a:cubicBezTo>
                        <a:cubicBezTo>
                          <a:pt x="-9814" y="1598594"/>
                          <a:pt x="-5265" y="1443167"/>
                          <a:pt x="0" y="1262485"/>
                        </a:cubicBezTo>
                        <a:cubicBezTo>
                          <a:pt x="5265" y="1081803"/>
                          <a:pt x="27719" y="865034"/>
                          <a:pt x="0" y="5539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 real-time data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No booking system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Time wasted</a:t>
            </a:r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9858D-1924-9984-E529-1751D54B1C65}"/>
              </a:ext>
            </a:extLst>
          </p:cNvPr>
          <p:cNvSpPr txBox="1"/>
          <p:nvPr/>
        </p:nvSpPr>
        <p:spPr>
          <a:xfrm>
            <a:off x="-2545789" y="1245786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6D3E51-2E86-1B29-E89E-D057ED34C2BC}"/>
              </a:ext>
            </a:extLst>
          </p:cNvPr>
          <p:cNvSpPr/>
          <p:nvPr/>
        </p:nvSpPr>
        <p:spPr>
          <a:xfrm>
            <a:off x="12360684" y="1446837"/>
            <a:ext cx="3323496" cy="4188542"/>
          </a:xfrm>
          <a:prstGeom prst="roundRect">
            <a:avLst/>
          </a:prstGeom>
          <a:solidFill>
            <a:srgbClr val="1D3E5B"/>
          </a:solidFill>
          <a:ln cmpd="dbl">
            <a:solidFill>
              <a:schemeClr val="tx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3323496"/>
                      <a:gd name="csY0" fmla="*/ 553927 h 4188542"/>
                      <a:gd name="csX1" fmla="*/ 553927 w 3323496"/>
                      <a:gd name="csY1" fmla="*/ 0 h 4188542"/>
                      <a:gd name="csX2" fmla="*/ 1107838 w 3323496"/>
                      <a:gd name="csY2" fmla="*/ 0 h 4188542"/>
                      <a:gd name="csX3" fmla="*/ 1617435 w 3323496"/>
                      <a:gd name="csY3" fmla="*/ 0 h 4188542"/>
                      <a:gd name="csX4" fmla="*/ 2193502 w 3323496"/>
                      <a:gd name="csY4" fmla="*/ 0 h 4188542"/>
                      <a:gd name="csX5" fmla="*/ 2769569 w 3323496"/>
                      <a:gd name="csY5" fmla="*/ 0 h 4188542"/>
                      <a:gd name="csX6" fmla="*/ 3323496 w 3323496"/>
                      <a:gd name="csY6" fmla="*/ 553927 h 4188542"/>
                      <a:gd name="csX7" fmla="*/ 3323496 w 3323496"/>
                      <a:gd name="csY7" fmla="*/ 1170065 h 4188542"/>
                      <a:gd name="csX8" fmla="*/ 3323496 w 3323496"/>
                      <a:gd name="csY8" fmla="*/ 1724588 h 4188542"/>
                      <a:gd name="csX9" fmla="*/ 3323496 w 3323496"/>
                      <a:gd name="csY9" fmla="*/ 2248305 h 4188542"/>
                      <a:gd name="csX10" fmla="*/ 3323496 w 3323496"/>
                      <a:gd name="csY10" fmla="*/ 2802829 h 4188542"/>
                      <a:gd name="csX11" fmla="*/ 3323496 w 3323496"/>
                      <a:gd name="csY11" fmla="*/ 3634615 h 4188542"/>
                      <a:gd name="csX12" fmla="*/ 2769569 w 3323496"/>
                      <a:gd name="csY12" fmla="*/ 4188542 h 4188542"/>
                      <a:gd name="csX13" fmla="*/ 2259971 w 3323496"/>
                      <a:gd name="csY13" fmla="*/ 4188542 h 4188542"/>
                      <a:gd name="csX14" fmla="*/ 1728217 w 3323496"/>
                      <a:gd name="csY14" fmla="*/ 4188542 h 4188542"/>
                      <a:gd name="csX15" fmla="*/ 1174307 w 3323496"/>
                      <a:gd name="csY15" fmla="*/ 4188542 h 4188542"/>
                      <a:gd name="csX16" fmla="*/ 553927 w 3323496"/>
                      <a:gd name="csY16" fmla="*/ 4188542 h 4188542"/>
                      <a:gd name="csX17" fmla="*/ 0 w 3323496"/>
                      <a:gd name="csY17" fmla="*/ 3634615 h 4188542"/>
                      <a:gd name="csX18" fmla="*/ 0 w 3323496"/>
                      <a:gd name="csY18" fmla="*/ 3018477 h 4188542"/>
                      <a:gd name="csX19" fmla="*/ 0 w 3323496"/>
                      <a:gd name="csY19" fmla="*/ 2371533 h 4188542"/>
                      <a:gd name="csX20" fmla="*/ 0 w 3323496"/>
                      <a:gd name="csY20" fmla="*/ 1786202 h 4188542"/>
                      <a:gd name="csX21" fmla="*/ 0 w 3323496"/>
                      <a:gd name="csY21" fmla="*/ 1139258 h 4188542"/>
                      <a:gd name="csX22" fmla="*/ 0 w 3323496"/>
                      <a:gd name="csY22" fmla="*/ 553927 h 41885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</a:cxnLst>
                    <a:rect l="l" t="t" r="r" b="b"/>
                    <a:pathLst>
                      <a:path w="3323496" h="4188542" fill="none" extrusionOk="0">
                        <a:moveTo>
                          <a:pt x="0" y="553927"/>
                        </a:moveTo>
                        <a:cubicBezTo>
                          <a:pt x="-35422" y="245997"/>
                          <a:pt x="297066" y="42241"/>
                          <a:pt x="553927" y="0"/>
                        </a:cubicBezTo>
                        <a:cubicBezTo>
                          <a:pt x="827178" y="16530"/>
                          <a:pt x="906285" y="-16115"/>
                          <a:pt x="1107838" y="0"/>
                        </a:cubicBezTo>
                        <a:cubicBezTo>
                          <a:pt x="1309391" y="16115"/>
                          <a:pt x="1376213" y="878"/>
                          <a:pt x="1617435" y="0"/>
                        </a:cubicBezTo>
                        <a:cubicBezTo>
                          <a:pt x="1858657" y="-878"/>
                          <a:pt x="1975639" y="-17276"/>
                          <a:pt x="2193502" y="0"/>
                        </a:cubicBezTo>
                        <a:cubicBezTo>
                          <a:pt x="2411365" y="17276"/>
                          <a:pt x="2648493" y="-18756"/>
                          <a:pt x="2769569" y="0"/>
                        </a:cubicBezTo>
                        <a:cubicBezTo>
                          <a:pt x="3062395" y="40837"/>
                          <a:pt x="3305057" y="189934"/>
                          <a:pt x="3323496" y="553927"/>
                        </a:cubicBezTo>
                        <a:cubicBezTo>
                          <a:pt x="3313560" y="792920"/>
                          <a:pt x="3334512" y="1002177"/>
                          <a:pt x="3323496" y="1170065"/>
                        </a:cubicBezTo>
                        <a:cubicBezTo>
                          <a:pt x="3312480" y="1337953"/>
                          <a:pt x="3298734" y="1563128"/>
                          <a:pt x="3323496" y="1724588"/>
                        </a:cubicBezTo>
                        <a:cubicBezTo>
                          <a:pt x="3348258" y="1886048"/>
                          <a:pt x="3340934" y="2096207"/>
                          <a:pt x="3323496" y="2248305"/>
                        </a:cubicBezTo>
                        <a:cubicBezTo>
                          <a:pt x="3306058" y="2400403"/>
                          <a:pt x="3322975" y="2664502"/>
                          <a:pt x="3323496" y="2802829"/>
                        </a:cubicBezTo>
                        <a:cubicBezTo>
                          <a:pt x="3324017" y="2941156"/>
                          <a:pt x="3336020" y="3225326"/>
                          <a:pt x="3323496" y="3634615"/>
                        </a:cubicBezTo>
                        <a:cubicBezTo>
                          <a:pt x="3349641" y="3933620"/>
                          <a:pt x="3065612" y="4256994"/>
                          <a:pt x="2769569" y="4188542"/>
                        </a:cubicBezTo>
                        <a:cubicBezTo>
                          <a:pt x="2554414" y="4187238"/>
                          <a:pt x="2380243" y="4206241"/>
                          <a:pt x="2259971" y="4188542"/>
                        </a:cubicBezTo>
                        <a:cubicBezTo>
                          <a:pt x="2139699" y="4170843"/>
                          <a:pt x="1938086" y="4172717"/>
                          <a:pt x="1728217" y="4188542"/>
                        </a:cubicBezTo>
                        <a:cubicBezTo>
                          <a:pt x="1518348" y="4204367"/>
                          <a:pt x="1335536" y="4213731"/>
                          <a:pt x="1174307" y="4188542"/>
                        </a:cubicBezTo>
                        <a:cubicBezTo>
                          <a:pt x="1013078" y="4163354"/>
                          <a:pt x="808379" y="4170166"/>
                          <a:pt x="553927" y="4188542"/>
                        </a:cubicBezTo>
                        <a:cubicBezTo>
                          <a:pt x="259033" y="4216895"/>
                          <a:pt x="46910" y="3962363"/>
                          <a:pt x="0" y="3634615"/>
                        </a:cubicBezTo>
                        <a:cubicBezTo>
                          <a:pt x="2199" y="3353517"/>
                          <a:pt x="28023" y="3314052"/>
                          <a:pt x="0" y="3018477"/>
                        </a:cubicBezTo>
                        <a:cubicBezTo>
                          <a:pt x="-28023" y="2722902"/>
                          <a:pt x="-3449" y="2669608"/>
                          <a:pt x="0" y="2371533"/>
                        </a:cubicBezTo>
                        <a:cubicBezTo>
                          <a:pt x="3449" y="2073458"/>
                          <a:pt x="25228" y="1925184"/>
                          <a:pt x="0" y="1786202"/>
                        </a:cubicBezTo>
                        <a:cubicBezTo>
                          <a:pt x="-25228" y="1647220"/>
                          <a:pt x="30474" y="1362684"/>
                          <a:pt x="0" y="1139258"/>
                        </a:cubicBezTo>
                        <a:cubicBezTo>
                          <a:pt x="-30474" y="915832"/>
                          <a:pt x="-17011" y="784418"/>
                          <a:pt x="0" y="553927"/>
                        </a:cubicBezTo>
                        <a:close/>
                      </a:path>
                      <a:path w="3323496" h="4188542" stroke="0" extrusionOk="0">
                        <a:moveTo>
                          <a:pt x="0" y="553927"/>
                        </a:moveTo>
                        <a:cubicBezTo>
                          <a:pt x="-53648" y="214911"/>
                          <a:pt x="210779" y="13971"/>
                          <a:pt x="553927" y="0"/>
                        </a:cubicBezTo>
                        <a:cubicBezTo>
                          <a:pt x="752308" y="-18352"/>
                          <a:pt x="973851" y="-29781"/>
                          <a:pt x="1152150" y="0"/>
                        </a:cubicBezTo>
                        <a:cubicBezTo>
                          <a:pt x="1330449" y="29781"/>
                          <a:pt x="1480105" y="-22497"/>
                          <a:pt x="1683904" y="0"/>
                        </a:cubicBezTo>
                        <a:cubicBezTo>
                          <a:pt x="1887703" y="22497"/>
                          <a:pt x="2079768" y="-11911"/>
                          <a:pt x="2193502" y="0"/>
                        </a:cubicBezTo>
                        <a:cubicBezTo>
                          <a:pt x="2307236" y="11911"/>
                          <a:pt x="2486960" y="-9478"/>
                          <a:pt x="2769569" y="0"/>
                        </a:cubicBezTo>
                        <a:cubicBezTo>
                          <a:pt x="3088516" y="-26800"/>
                          <a:pt x="3248033" y="236446"/>
                          <a:pt x="3323496" y="553927"/>
                        </a:cubicBezTo>
                        <a:cubicBezTo>
                          <a:pt x="3336762" y="718282"/>
                          <a:pt x="3313335" y="986905"/>
                          <a:pt x="3323496" y="1170065"/>
                        </a:cubicBezTo>
                        <a:cubicBezTo>
                          <a:pt x="3333657" y="1353225"/>
                          <a:pt x="3328817" y="1558965"/>
                          <a:pt x="3323496" y="1847816"/>
                        </a:cubicBezTo>
                        <a:cubicBezTo>
                          <a:pt x="3318175" y="2136667"/>
                          <a:pt x="3343863" y="2172746"/>
                          <a:pt x="3323496" y="2371533"/>
                        </a:cubicBezTo>
                        <a:cubicBezTo>
                          <a:pt x="3303129" y="2570320"/>
                          <a:pt x="3300824" y="2727405"/>
                          <a:pt x="3323496" y="2987671"/>
                        </a:cubicBezTo>
                        <a:cubicBezTo>
                          <a:pt x="3346168" y="3247937"/>
                          <a:pt x="3345598" y="3371580"/>
                          <a:pt x="3323496" y="3634615"/>
                        </a:cubicBezTo>
                        <a:cubicBezTo>
                          <a:pt x="3336647" y="3927545"/>
                          <a:pt x="3138241" y="4148082"/>
                          <a:pt x="2769569" y="4188542"/>
                        </a:cubicBezTo>
                        <a:cubicBezTo>
                          <a:pt x="2598791" y="4180419"/>
                          <a:pt x="2421317" y="4209714"/>
                          <a:pt x="2215659" y="4188542"/>
                        </a:cubicBezTo>
                        <a:cubicBezTo>
                          <a:pt x="2010001" y="4167371"/>
                          <a:pt x="1896533" y="4170082"/>
                          <a:pt x="1706061" y="4188542"/>
                        </a:cubicBezTo>
                        <a:cubicBezTo>
                          <a:pt x="1515589" y="4207002"/>
                          <a:pt x="1284964" y="4208195"/>
                          <a:pt x="1152150" y="4188542"/>
                        </a:cubicBezTo>
                        <a:cubicBezTo>
                          <a:pt x="1019336" y="4168889"/>
                          <a:pt x="754418" y="4159329"/>
                          <a:pt x="553927" y="4188542"/>
                        </a:cubicBezTo>
                        <a:cubicBezTo>
                          <a:pt x="245422" y="4180782"/>
                          <a:pt x="63239" y="3927693"/>
                          <a:pt x="0" y="3634615"/>
                        </a:cubicBezTo>
                        <a:cubicBezTo>
                          <a:pt x="6840" y="3426875"/>
                          <a:pt x="20315" y="3344258"/>
                          <a:pt x="0" y="3110898"/>
                        </a:cubicBezTo>
                        <a:cubicBezTo>
                          <a:pt x="-20315" y="2877538"/>
                          <a:pt x="6932" y="2713991"/>
                          <a:pt x="0" y="2433147"/>
                        </a:cubicBezTo>
                        <a:cubicBezTo>
                          <a:pt x="-6932" y="2152303"/>
                          <a:pt x="9814" y="2035424"/>
                          <a:pt x="0" y="1817009"/>
                        </a:cubicBezTo>
                        <a:cubicBezTo>
                          <a:pt x="-9814" y="1598594"/>
                          <a:pt x="-5265" y="1443167"/>
                          <a:pt x="0" y="1262485"/>
                        </a:cubicBezTo>
                        <a:cubicBezTo>
                          <a:pt x="5265" y="1081803"/>
                          <a:pt x="27719" y="865034"/>
                          <a:pt x="0" y="55392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No usage analytics </a:t>
            </a:r>
          </a:p>
          <a:p>
            <a:endParaRPr lang="en-US" dirty="0"/>
          </a:p>
          <a:p>
            <a:r>
              <a:rPr lang="en-US" dirty="0"/>
              <a:t>No maintenance tracking </a:t>
            </a:r>
          </a:p>
          <a:p>
            <a:endParaRPr lang="en-US" dirty="0"/>
          </a:p>
          <a:p>
            <a:r>
              <a:rPr lang="en-US" dirty="0"/>
              <a:t>Poor planning</a:t>
            </a:r>
          </a:p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CC4023-6C4C-6A30-A81D-5F7C80E7C04B}"/>
              </a:ext>
            </a:extLst>
          </p:cNvPr>
          <p:cNvSpPr/>
          <p:nvPr/>
        </p:nvSpPr>
        <p:spPr>
          <a:xfrm>
            <a:off x="13418741" y="1223592"/>
            <a:ext cx="1207382" cy="36933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825FC-C248-CB41-BABF-081D7B5AB082}"/>
              </a:ext>
            </a:extLst>
          </p:cNvPr>
          <p:cNvSpPr txBox="1"/>
          <p:nvPr/>
        </p:nvSpPr>
        <p:spPr>
          <a:xfrm>
            <a:off x="13544577" y="1223592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0EE6DB-2596-9241-234C-A104B3859C47}"/>
              </a:ext>
            </a:extLst>
          </p:cNvPr>
          <p:cNvSpPr/>
          <p:nvPr/>
        </p:nvSpPr>
        <p:spPr>
          <a:xfrm>
            <a:off x="-2470528" y="1222621"/>
            <a:ext cx="1207382" cy="369332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99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04E39-0D05-A4C5-DE90-1A87E771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FCAD25-343B-430F-E2F2-8A1F8108236A}"/>
              </a:ext>
            </a:extLst>
          </p:cNvPr>
          <p:cNvSpPr/>
          <p:nvPr/>
        </p:nvSpPr>
        <p:spPr>
          <a:xfrm>
            <a:off x="4142404" y="1710813"/>
            <a:ext cx="3224981" cy="3254477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DDB874-8DA4-D026-237F-041ADAD40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4721" y="-286147"/>
            <a:ext cx="14852848" cy="74302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96B63-4F49-5792-BFC0-13923E9C1C90}"/>
              </a:ext>
            </a:extLst>
          </p:cNvPr>
          <p:cNvSpPr txBox="1"/>
          <p:nvPr/>
        </p:nvSpPr>
        <p:spPr>
          <a:xfrm>
            <a:off x="2766362" y="-923330"/>
            <a:ext cx="6305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SMART GYM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C9634E-8779-65DB-8841-C40CAFB7E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9CECD9-B8AD-15F5-01EA-27EB9201E928}"/>
              </a:ext>
            </a:extLst>
          </p:cNvPr>
          <p:cNvSpPr/>
          <p:nvPr/>
        </p:nvSpPr>
        <p:spPr>
          <a:xfrm>
            <a:off x="3844413" y="3838470"/>
            <a:ext cx="3834581" cy="448395"/>
          </a:xfrm>
          <a:prstGeom prst="roundRect">
            <a:avLst>
              <a:gd name="adj" fmla="val 5000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9ECC4E-AB8C-E410-F550-DE87CAB1FC27}"/>
              </a:ext>
            </a:extLst>
          </p:cNvPr>
          <p:cNvSpPr txBox="1"/>
          <p:nvPr/>
        </p:nvSpPr>
        <p:spPr>
          <a:xfrm>
            <a:off x="5183571" y="387800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4165450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2565B-4546-068C-F3F5-2EB6FEDF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F730FF-DF7C-76BC-11A0-E799902C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DC3441-3713-4684-3E4F-EBD57D732619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445FC-F032-BD86-2D5C-1CCE1C38046F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19BA45-0504-097A-2B10-D127FE8D2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C6DE9B-7DCA-7707-552F-93C495F9CFDC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7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5C17-3A16-3A3D-5C4E-EC5B61B8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D02995-4736-D23C-ED94-EA4CC2D8DAD3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E6DE4-7EA8-5344-2E56-FE92B6FD6F60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D207D-24B0-B201-03B7-05E9BFCBA622}"/>
              </a:ext>
            </a:extLst>
          </p:cNvPr>
          <p:cNvSpPr txBox="1"/>
          <p:nvPr/>
        </p:nvSpPr>
        <p:spPr>
          <a:xfrm>
            <a:off x="5083277" y="95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D4B40-4A04-454A-AD50-034C30FDB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C6D644-3C00-7948-5F62-DDA3D9CC4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22"/>
            <a:ext cx="12192000" cy="6156356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FA6125-0290-5ED9-0043-54EA2ED420FE}"/>
              </a:ext>
            </a:extLst>
          </p:cNvPr>
          <p:cNvSpPr/>
          <p:nvPr/>
        </p:nvSpPr>
        <p:spPr>
          <a:xfrm>
            <a:off x="137652" y="1119309"/>
            <a:ext cx="1612490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663BC-EA6C-B17B-2CCE-EAE4C2190241}"/>
              </a:ext>
            </a:extLst>
          </p:cNvPr>
          <p:cNvSpPr txBox="1"/>
          <p:nvPr/>
        </p:nvSpPr>
        <p:spPr>
          <a:xfrm>
            <a:off x="359442" y="1219778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Bookings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0284B8-3922-3DB0-5434-EA212B7BC60E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80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F099-5DD4-D4FF-F42B-2125DFAD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8C07A7-BE8F-9EDE-B53D-9D0B5D89BC52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91566E-C6C0-59D4-19CA-FD0FE985CBE3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0B157-FD9B-92F1-8C4C-937AABA42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22"/>
            <a:ext cx="12192000" cy="61563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51B03A-E60B-ABE5-705F-9B0D32344651}"/>
              </a:ext>
            </a:extLst>
          </p:cNvPr>
          <p:cNvSpPr/>
          <p:nvPr/>
        </p:nvSpPr>
        <p:spPr>
          <a:xfrm>
            <a:off x="137652" y="776749"/>
            <a:ext cx="1543664" cy="452284"/>
          </a:xfrm>
          <a:prstGeom prst="rect">
            <a:avLst/>
          </a:prstGeom>
          <a:solidFill>
            <a:srgbClr val="504BB4"/>
          </a:solidFill>
          <a:ln>
            <a:solidFill>
              <a:srgbClr val="504B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4B0D2C-0171-D8D9-70D5-4BE578863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142" y="314964"/>
            <a:ext cx="10441858" cy="622807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B6802D-12BF-1CA7-27A4-5F142D342482}"/>
              </a:ext>
            </a:extLst>
          </p:cNvPr>
          <p:cNvSpPr/>
          <p:nvPr/>
        </p:nvSpPr>
        <p:spPr>
          <a:xfrm>
            <a:off x="206478" y="1561763"/>
            <a:ext cx="1612490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0454A-D008-BAD3-A63F-CA323DC2C9E6}"/>
              </a:ext>
            </a:extLst>
          </p:cNvPr>
          <p:cNvSpPr txBox="1"/>
          <p:nvPr/>
        </p:nvSpPr>
        <p:spPr>
          <a:xfrm>
            <a:off x="478815" y="1662232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E0AEA-D20D-A8F8-170D-1D54A3BA4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DC53D02-71DD-CC0F-F6CB-BF2686B55662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1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F4D7-82D5-D333-A7F6-BAEF4A20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F24519-61CB-3B87-B816-E3BCF04A1EAE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559E7-16DD-9D77-BAE9-F770CF595B40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42CEDF-A8A3-F164-3A79-1DE02DB83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68027B-499F-DCD5-1ED4-53657DFE3817}"/>
              </a:ext>
            </a:extLst>
          </p:cNvPr>
          <p:cNvSpPr/>
          <p:nvPr/>
        </p:nvSpPr>
        <p:spPr>
          <a:xfrm>
            <a:off x="127819" y="1925557"/>
            <a:ext cx="1691149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BA642F-8972-85E5-7C24-F08B0A46A571}"/>
              </a:ext>
            </a:extLst>
          </p:cNvPr>
          <p:cNvSpPr txBox="1"/>
          <p:nvPr/>
        </p:nvSpPr>
        <p:spPr>
          <a:xfrm>
            <a:off x="357736" y="2026026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Equipment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337E76-7B88-D7BE-5AA4-81467AC826FD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7689A9-2096-548E-86BB-1C9A53F64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81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5B4A2-939A-04A7-E18A-3B3223E9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5F7551-DFD5-5A07-C7F6-FE29ACBACD63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C018-D870-6502-70F0-055E8CD58BAC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6BD458-C655-561D-25FF-EAFFB9AA6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292"/>
            <a:ext cx="12192000" cy="617541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9BC277-3FE5-530C-437B-F5BD280C4873}"/>
              </a:ext>
            </a:extLst>
          </p:cNvPr>
          <p:cNvSpPr/>
          <p:nvPr/>
        </p:nvSpPr>
        <p:spPr>
          <a:xfrm>
            <a:off x="157316" y="2338511"/>
            <a:ext cx="1661652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0F3D87-5C7A-DE62-AE89-7BDAFDF1B852}"/>
              </a:ext>
            </a:extLst>
          </p:cNvPr>
          <p:cNvSpPr txBox="1"/>
          <p:nvPr/>
        </p:nvSpPr>
        <p:spPr>
          <a:xfrm>
            <a:off x="480045" y="2438980"/>
            <a:ext cx="1065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Trainers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1DF19E-FDC2-CFC6-34F2-9040DB1B79B9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3E812-216A-3F38-9D6F-36EB3A9D5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34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3334-D875-3332-549C-603338AB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7CCFF1-9561-8CC0-49F0-41DDDFBC3017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A9C4FA-63FF-0205-3F33-620B9D97F6FB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83716A-6C94-A424-49D8-AC8120B37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352"/>
            <a:ext cx="12192000" cy="613729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A22036B-E7D4-1D5D-1054-F8A01ED03764}"/>
              </a:ext>
            </a:extLst>
          </p:cNvPr>
          <p:cNvSpPr/>
          <p:nvPr/>
        </p:nvSpPr>
        <p:spPr>
          <a:xfrm>
            <a:off x="137652" y="2741633"/>
            <a:ext cx="1681316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3D8A54-94ED-76B7-16DB-66F97194CC20}"/>
              </a:ext>
            </a:extLst>
          </p:cNvPr>
          <p:cNvSpPr txBox="1"/>
          <p:nvPr/>
        </p:nvSpPr>
        <p:spPr>
          <a:xfrm>
            <a:off x="386706" y="2842102"/>
            <a:ext cx="1183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Workouts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C15455-6992-4C6C-1590-39CF67591BA8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C03F5-7ED8-8915-F800-A3D5D2159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81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1634-1C45-C704-6BB6-8C80545E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5CA4C9-5B9D-B177-4361-1D3E11CB7343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F8F85F-B7C6-5750-6F35-4BD7963E7F7F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847F62-4FD6-18BB-F053-8F3013F9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998"/>
            <a:ext cx="12192000" cy="615000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9A843B-5350-DDF8-B52E-4A36D5423370}"/>
              </a:ext>
            </a:extLst>
          </p:cNvPr>
          <p:cNvSpPr/>
          <p:nvPr/>
        </p:nvSpPr>
        <p:spPr>
          <a:xfrm>
            <a:off x="137652" y="3154588"/>
            <a:ext cx="1681316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EA266-2CF8-EB8C-539E-1A5EDF47B8D0}"/>
              </a:ext>
            </a:extLst>
          </p:cNvPr>
          <p:cNvSpPr txBox="1"/>
          <p:nvPr/>
        </p:nvSpPr>
        <p:spPr>
          <a:xfrm>
            <a:off x="250525" y="3244334"/>
            <a:ext cx="1568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Leaderboard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294886-3463-EDE4-5D2C-A9B05ED9FC6F}"/>
              </a:ext>
            </a:extLst>
          </p:cNvPr>
          <p:cNvSpPr/>
          <p:nvPr/>
        </p:nvSpPr>
        <p:spPr>
          <a:xfrm>
            <a:off x="-983226" y="6007510"/>
            <a:ext cx="2733368" cy="940236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2A386-5F90-611F-1A6B-E0DDD49C0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89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64832-F1CE-0F38-4227-DAB970E5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EEA8B4-F81A-6AC7-AF4E-A055EC067A58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41DE2-5A99-DD2F-E83B-1064330A72E2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A24428-2CA1-3979-0F9A-2FA20CE02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882"/>
            <a:ext cx="12192000" cy="611823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EE2279-9DAE-D395-1CB3-A9C8C6136488}"/>
              </a:ext>
            </a:extLst>
          </p:cNvPr>
          <p:cNvSpPr/>
          <p:nvPr/>
        </p:nvSpPr>
        <p:spPr>
          <a:xfrm>
            <a:off x="137652" y="3557711"/>
            <a:ext cx="1681315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2177AB-4F0D-BAAD-5869-B30E5F0AB966}"/>
              </a:ext>
            </a:extLst>
          </p:cNvPr>
          <p:cNvSpPr txBox="1"/>
          <p:nvPr/>
        </p:nvSpPr>
        <p:spPr>
          <a:xfrm>
            <a:off x="496127" y="3658180"/>
            <a:ext cx="964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Graphs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F4EEA7-8C97-5F33-C9C3-657CA4C6984A}"/>
              </a:ext>
            </a:extLst>
          </p:cNvPr>
          <p:cNvSpPr/>
          <p:nvPr/>
        </p:nvSpPr>
        <p:spPr>
          <a:xfrm>
            <a:off x="-983226" y="6007510"/>
            <a:ext cx="2733368" cy="950959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09FA1-344E-B017-EAAE-02B0B797C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36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7CD64-7A0E-A3CC-3394-5736C57E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D5EC81-37A2-6CAA-0663-91BDDE3633BD}"/>
              </a:ext>
            </a:extLst>
          </p:cNvPr>
          <p:cNvSpPr/>
          <p:nvPr/>
        </p:nvSpPr>
        <p:spPr>
          <a:xfrm>
            <a:off x="0" y="0"/>
            <a:ext cx="1750142" cy="6858000"/>
          </a:xfrm>
          <a:prstGeom prst="roundRect">
            <a:avLst>
              <a:gd name="adj" fmla="val 0"/>
            </a:avLst>
          </a:prstGeom>
          <a:solidFill>
            <a:srgbClr val="504B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21E85-B2CB-B787-EF5D-A1851FFC1CD9}"/>
              </a:ext>
            </a:extLst>
          </p:cNvPr>
          <p:cNvSpPr/>
          <p:nvPr/>
        </p:nvSpPr>
        <p:spPr>
          <a:xfrm>
            <a:off x="1750142" y="0"/>
            <a:ext cx="10441858" cy="6858000"/>
          </a:xfrm>
          <a:prstGeom prst="rect">
            <a:avLst/>
          </a:prstGeom>
          <a:solidFill>
            <a:srgbClr val="F4F6F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5FF564-5B3A-ACF2-EB45-4163BCC51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528"/>
            <a:ext cx="12192000" cy="6130943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201F6A-2129-EFF0-9CD9-469EA92F9E37}"/>
              </a:ext>
            </a:extLst>
          </p:cNvPr>
          <p:cNvSpPr/>
          <p:nvPr/>
        </p:nvSpPr>
        <p:spPr>
          <a:xfrm>
            <a:off x="147484" y="4019827"/>
            <a:ext cx="1671484" cy="570270"/>
          </a:xfrm>
          <a:prstGeom prst="round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A0D57B-ED71-699B-27C9-22363C92D875}"/>
              </a:ext>
            </a:extLst>
          </p:cNvPr>
          <p:cNvSpPr txBox="1"/>
          <p:nvPr/>
        </p:nvSpPr>
        <p:spPr>
          <a:xfrm>
            <a:off x="566927" y="41202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04BB4"/>
                </a:solidFill>
              </a:rPr>
              <a:t>Admin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DA0E9-C430-D561-9B5B-B3DB1B830DAA}"/>
              </a:ext>
            </a:extLst>
          </p:cNvPr>
          <p:cNvSpPr/>
          <p:nvPr/>
        </p:nvSpPr>
        <p:spPr>
          <a:xfrm>
            <a:off x="-983226" y="6007510"/>
            <a:ext cx="2733368" cy="925595"/>
          </a:xfrm>
          <a:prstGeom prst="rect">
            <a:avLst/>
          </a:prstGeom>
          <a:solidFill>
            <a:srgbClr val="504B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553FE-BAD4-43BB-71CB-37C9F1A43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639" y="68826"/>
            <a:ext cx="1179871" cy="4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155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EF75-9186-E80A-8567-1D68FEDE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9A5547-0BB0-D138-7D9E-030CE9E53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FCD21-BED4-0450-03C3-A789B2C062DD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2592B-4E24-5A31-C6B0-FDEAB769A1E9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7970C-3408-3CA0-9E66-AF1F9E3CC757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A5199-3264-D42E-07E6-CF38B658E828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9D685-75F6-BD23-3EC9-838A82890932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615FB-542D-C868-EE27-8CB3D213E866}"/>
              </a:ext>
            </a:extLst>
          </p:cNvPr>
          <p:cNvSpPr txBox="1"/>
          <p:nvPr/>
        </p:nvSpPr>
        <p:spPr>
          <a:xfrm>
            <a:off x="4137898" y="451157"/>
            <a:ext cx="3340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E3996-981A-B4A7-C3E9-EEA5BCA10CC2}"/>
              </a:ext>
            </a:extLst>
          </p:cNvPr>
          <p:cNvSpPr txBox="1"/>
          <p:nvPr/>
        </p:nvSpPr>
        <p:spPr>
          <a:xfrm>
            <a:off x="3931421" y="1720840"/>
            <a:ext cx="251863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📊 Capacity Meter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📅 Booking System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🏃 Usage Tracking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🧑‍🏫 Trainer Booking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🧘 Class Registration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🏆 Leaderboards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25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D962A-72FA-25F9-31E6-8B848686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95DC9-A675-FCBA-DC8E-20B169EC5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5B69DA-6115-236F-374A-3E3F2432FB66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F7997-F37D-C80E-4FA8-7D2D21C9F6D7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1D937-31FA-1937-E9D1-58F445A369BB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9599E-6B80-823C-4490-70E15CAD1AD8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68F04-765D-50FE-7A72-DBF36D6272F3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309CD-D877-3B6A-8983-EB1E7B57B932}"/>
              </a:ext>
            </a:extLst>
          </p:cNvPr>
          <p:cNvSpPr txBox="1"/>
          <p:nvPr/>
        </p:nvSpPr>
        <p:spPr>
          <a:xfrm>
            <a:off x="2891564" y="451157"/>
            <a:ext cx="5833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DIAGRAM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F5832-8B74-EFA0-0E7D-AE96ADC04DBE}"/>
              </a:ext>
            </a:extLst>
          </p:cNvPr>
          <p:cNvSpPr txBox="1"/>
          <p:nvPr/>
        </p:nvSpPr>
        <p:spPr>
          <a:xfrm>
            <a:off x="3901924" y="2143432"/>
            <a:ext cx="33651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Website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↓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Backend API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 ↓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Database Server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 ↓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Admin Dashboard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↓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IoT Simulation → Backend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7492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2263-29AB-15A3-6A90-4D671360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013EA8-10E0-91F5-F64F-B98529F6E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D75333-76B2-AA04-3534-517E751D4B62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B80CC-7CE3-92E6-7433-C6BE126C27BF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98B00-90A5-5B47-D9C3-9424B1616D93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89970-8811-F6E6-BA7C-0F4218BA42C9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60771-29A7-E7DF-5447-1779A8C77952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0006C-2483-6850-100A-A5A9B0A75BD4}"/>
              </a:ext>
            </a:extLst>
          </p:cNvPr>
          <p:cNvSpPr txBox="1"/>
          <p:nvPr/>
        </p:nvSpPr>
        <p:spPr>
          <a:xfrm>
            <a:off x="3151012" y="282066"/>
            <a:ext cx="5295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EQUIPMENT TRACKING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87E648-C20B-8D3D-3831-6E3DF9005227}"/>
              </a:ext>
            </a:extLst>
          </p:cNvPr>
          <p:cNvSpPr txBox="1"/>
          <p:nvPr/>
        </p:nvSpPr>
        <p:spPr>
          <a:xfrm>
            <a:off x="1896142" y="1333574"/>
            <a:ext cx="549771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Smart Maintenance System</a:t>
            </a:r>
          </a:p>
          <a:p>
            <a:endParaRPr lang="en-US" sz="2000" dirty="0"/>
          </a:p>
          <a:p>
            <a:r>
              <a:rPr lang="en-US" sz="2000" dirty="0"/>
              <a:t>🏃 Tracks: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Time used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Distance covered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🚨 Trigger: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limit reached → Alert </a:t>
            </a:r>
          </a:p>
          <a:p>
            <a:endParaRPr lang="en-US" sz="2000" dirty="0"/>
          </a:p>
          <a:p>
            <a:r>
              <a:rPr lang="en-US" sz="2000" dirty="0"/>
              <a:t>👉 Flow: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Machine → Data → System → Alert</a:t>
            </a:r>
          </a:p>
        </p:txBody>
      </p:sp>
    </p:spTree>
    <p:extLst>
      <p:ext uri="{BB962C8B-B14F-4D97-AF65-F5344CB8AC3E}">
        <p14:creationId xmlns:p14="http://schemas.microsoft.com/office/powerpoint/2010/main" val="3088757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5B18-EE37-40B8-7ADE-7E2C3275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326C78-2A31-9561-E682-4C080F2A7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985" y="0"/>
            <a:ext cx="860015" cy="338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97C0FA-CB46-B6CE-AC93-421549C85017}"/>
              </a:ext>
            </a:extLst>
          </p:cNvPr>
          <p:cNvSpPr txBox="1"/>
          <p:nvPr/>
        </p:nvSpPr>
        <p:spPr>
          <a:xfrm>
            <a:off x="3151012" y="-841504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THE SMART GYM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B5E47-DE9C-3FFC-EDEC-0F8BC489EB44}"/>
              </a:ext>
            </a:extLst>
          </p:cNvPr>
          <p:cNvSpPr txBox="1"/>
          <p:nvPr/>
        </p:nvSpPr>
        <p:spPr>
          <a:xfrm>
            <a:off x="2596490" y="-4521795"/>
            <a:ext cx="723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 CENTER UTILIZATION &amp; EQUIPMENT TRACKING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46ADE-6882-4650-116E-3C77BF2347B2}"/>
              </a:ext>
            </a:extLst>
          </p:cNvPr>
          <p:cNvSpPr txBox="1"/>
          <p:nvPr/>
        </p:nvSpPr>
        <p:spPr>
          <a:xfrm>
            <a:off x="4108987" y="-2862322"/>
            <a:ext cx="42099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Smart Gym Management for Campuses</a:t>
            </a:r>
          </a:p>
          <a:p>
            <a:endParaRPr lang="en-US" i="1" dirty="0"/>
          </a:p>
          <a:p>
            <a:endParaRPr lang="en-US" dirty="0"/>
          </a:p>
          <a:p>
            <a:r>
              <a:rPr lang="en-US" dirty="0"/>
              <a:t>👤  UTTAM CHAURASIA</a:t>
            </a:r>
          </a:p>
          <a:p>
            <a:r>
              <a:rPr lang="en-US" dirty="0"/>
              <a:t>👤  GOVINDA SHARMA </a:t>
            </a:r>
          </a:p>
          <a:p>
            <a:r>
              <a:rPr lang="en-US" dirty="0"/>
              <a:t>👤  VATSALYA SINGH </a:t>
            </a:r>
          </a:p>
          <a:p>
            <a:r>
              <a:rPr lang="en-US" dirty="0"/>
              <a:t>👤  GAURAV KUMAR</a:t>
            </a:r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📍 HACKATHON|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C0B3E-FB20-C64A-066A-EC80B9AB8FC7}"/>
              </a:ext>
            </a:extLst>
          </p:cNvPr>
          <p:cNvSpPr txBox="1"/>
          <p:nvPr/>
        </p:nvSpPr>
        <p:spPr>
          <a:xfrm>
            <a:off x="4266304" y="-2862322"/>
            <a:ext cx="3286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4A29B-4686-0D7D-4383-5DC4516247C0}"/>
              </a:ext>
            </a:extLst>
          </p:cNvPr>
          <p:cNvSpPr txBox="1"/>
          <p:nvPr/>
        </p:nvSpPr>
        <p:spPr>
          <a:xfrm>
            <a:off x="2471577" y="-1528748"/>
            <a:ext cx="6240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👨‍🎓 Student walks  →  Gym  →  ❌  No machines available</a:t>
            </a:r>
          </a:p>
          <a:p>
            <a:br>
              <a:rPr lang="en-US" dirty="0"/>
            </a:br>
            <a:r>
              <a:rPr lang="en-US" dirty="0"/>
              <a:t>⏰ Peak hours overcrowded from 5Pm to 8Pm</a:t>
            </a:r>
          </a:p>
          <a:p>
            <a:br>
              <a:rPr lang="en-US" dirty="0"/>
            </a:br>
            <a:r>
              <a:rPr lang="en-US" dirty="0"/>
              <a:t>🏋️ Morning = Empty gym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51DB1-696E-1612-9A4C-9D5C1069F68C}"/>
              </a:ext>
            </a:extLst>
          </p:cNvPr>
          <p:cNvSpPr txBox="1"/>
          <p:nvPr/>
        </p:nvSpPr>
        <p:spPr>
          <a:xfrm>
            <a:off x="4100792" y="282066"/>
            <a:ext cx="3395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E358A-7869-0C14-28D8-9B64CCBAA6C5}"/>
              </a:ext>
            </a:extLst>
          </p:cNvPr>
          <p:cNvSpPr txBox="1"/>
          <p:nvPr/>
        </p:nvSpPr>
        <p:spPr>
          <a:xfrm>
            <a:off x="2679442" y="3633499"/>
            <a:ext cx="333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Wearable integration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666E2E-8279-333B-5760-85E5A5B1BE7A}"/>
              </a:ext>
            </a:extLst>
          </p:cNvPr>
          <p:cNvSpPr/>
          <p:nvPr/>
        </p:nvSpPr>
        <p:spPr>
          <a:xfrm>
            <a:off x="1848464" y="1489077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✨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D1AFEDC-DC9E-AB02-5EBD-DA51C252A4E9}"/>
              </a:ext>
            </a:extLst>
          </p:cNvPr>
          <p:cNvSpPr/>
          <p:nvPr/>
        </p:nvSpPr>
        <p:spPr>
          <a:xfrm>
            <a:off x="1848464" y="2451508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📡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0BF462-9625-9521-D4C7-2F28AFC9F476}"/>
              </a:ext>
            </a:extLst>
          </p:cNvPr>
          <p:cNvSpPr/>
          <p:nvPr/>
        </p:nvSpPr>
        <p:spPr>
          <a:xfrm>
            <a:off x="1843547" y="3413939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📱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29D715-DAD6-C51C-6D40-D795730002C5}"/>
              </a:ext>
            </a:extLst>
          </p:cNvPr>
          <p:cNvSpPr/>
          <p:nvPr/>
        </p:nvSpPr>
        <p:spPr>
          <a:xfrm>
            <a:off x="1849237" y="4376370"/>
            <a:ext cx="698090" cy="698090"/>
          </a:xfrm>
          <a:prstGeom prst="ellipse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🏫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AD2F93-3FCD-0597-0B54-9EB10DA46CA3}"/>
              </a:ext>
            </a:extLst>
          </p:cNvPr>
          <p:cNvSpPr txBox="1"/>
          <p:nvPr/>
        </p:nvSpPr>
        <p:spPr>
          <a:xfrm>
            <a:off x="2747145" y="1562310"/>
            <a:ext cx="28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Crowd maintenance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56D422-2FFA-B635-EACC-E5E7D2728149}"/>
              </a:ext>
            </a:extLst>
          </p:cNvPr>
          <p:cNvSpPr txBox="1"/>
          <p:nvPr/>
        </p:nvSpPr>
        <p:spPr>
          <a:xfrm>
            <a:off x="2747145" y="2600498"/>
            <a:ext cx="2283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Real IoT sensors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36AA25-3328-57CE-192C-4761810D460E}"/>
              </a:ext>
            </a:extLst>
          </p:cNvPr>
          <p:cNvSpPr txBox="1"/>
          <p:nvPr/>
        </p:nvSpPr>
        <p:spPr>
          <a:xfrm>
            <a:off x="2747145" y="4576206"/>
            <a:ext cx="35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Multi-campus expansion</a:t>
            </a:r>
          </a:p>
        </p:txBody>
      </p:sp>
    </p:spTree>
    <p:extLst>
      <p:ext uri="{BB962C8B-B14F-4D97-AF65-F5344CB8AC3E}">
        <p14:creationId xmlns:p14="http://schemas.microsoft.com/office/powerpoint/2010/main" val="1990982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94</TotalTime>
  <Words>654</Words>
  <Application>Microsoft Office PowerPoint</Application>
  <PresentationFormat>Widescreen</PresentationFormat>
  <Paragraphs>213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Kumar</dc:creator>
  <cp:lastModifiedBy>Gaurav Kumar</cp:lastModifiedBy>
  <cp:revision>1</cp:revision>
  <dcterms:created xsi:type="dcterms:W3CDTF">2026-04-06T10:51:11Z</dcterms:created>
  <dcterms:modified xsi:type="dcterms:W3CDTF">2026-04-06T12:25:14Z</dcterms:modified>
</cp:coreProperties>
</file>